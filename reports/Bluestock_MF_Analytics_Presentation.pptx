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3657600" cy="36576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Financial Analytics Solution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377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SQL  •  SQLite  •  Power BI  •  Jupyter Notebook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— KHIT  |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we set out to solve, and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— NAV, AUM, SIPs, redemptions — is generated in huge volumes every day. Without a structured pipeline, it stays scattered across raw files and is very hard to turn into a decision-ready view of fund performance or investor behaviour.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icons/check_141B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analytics platform — from raw data ingestion through cleaning, a structured database, risk and performance analytics, and an interactive Power BI dashboard that turns all of it into insight anyone can explore.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one continuous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B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8606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801" y="29333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96084" y="34290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70404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70404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B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1465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fil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845" y="29333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6124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072128" y="34290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46448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346448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B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90694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889" y="293339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92168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948172" y="34290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222492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222492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B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666738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icons/activi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933" y="293339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68212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824216" y="34290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098536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098536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B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542782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icons/b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977" y="293339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44256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700260" y="34290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974580" y="2148840"/>
            <a:ext cx="1620012" cy="3200400"/>
          </a:xfrm>
          <a:prstGeom prst="roundRect">
            <a:avLst>
              <a:gd name="adj" fmla="val 39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9974580" y="2313432"/>
            <a:ext cx="16200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418826" y="274320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7" name="Image 5" descr="icons/trending_141B4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021" y="2933395"/>
            <a:ext cx="351130" cy="35113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020300" y="3749040"/>
            <a:ext cx="15285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 move through Python-based cleaning into a structured SQLite database, get analysed for performance and risk, and surface through an interactive Power BI dashboard.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CSV exports into a query-ready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82296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883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of raw CSV files with validation at every step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82296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101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36210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date formats standardised across sources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82296" cy="5669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42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553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dimension and fact tables for fast, reliable queries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1810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3317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23317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3317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461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32461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32461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41605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1605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41605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41605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50749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0749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0" y="507492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50749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before modelling anything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tren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51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 Trends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movement studied across schemes from 2022 to 2026 to understand market behaviour.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507492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7CFE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91440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502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90" y="22713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Growth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35661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growth compared to identify the major contributors to industry-wide AUM.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0" y="507492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7CFEA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75488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]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2104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1550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470" y="227137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Behaviour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595360" y="35661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SIP trends, geography and transaction patterns analysed across the investor base.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95360" y="507492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7CFEA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859536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]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metrics used to score every fund in the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7784" y="178308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7784" y="178308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642104" y="194767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2104" y="240487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total risk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5488" y="178308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5488" y="178308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369808" y="194767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9808" y="240487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downside risk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7472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3931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09651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vs. benchmark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7784" y="347472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7784" y="347472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104" y="363931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42104" y="409651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market moves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5488" y="3474720"/>
            <a:ext cx="3453384" cy="1417320"/>
          </a:xfrm>
          <a:prstGeom prst="roundRect">
            <a:avLst>
              <a:gd name="adj" fmla="val 4516"/>
            </a:avLst>
          </a:prstGeom>
          <a:solidFill>
            <a:srgbClr val="F5F7FC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5488" y="3474720"/>
            <a:ext cx="82296" cy="1417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8369808" y="3639312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Drawdown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9808" y="4096512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decline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metrics are combined into a single Fund Scorecard — weighting risk-adjusted return, growth, downside protection and cost efficiency.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standard performance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75688" cy="3749040"/>
          </a:xfrm>
          <a:prstGeom prst="roundRect">
            <a:avLst>
              <a:gd name="adj" fmla="val 308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220724" y="210312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shield_141B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145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1801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3703320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downside risk estimate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9776" y="1828800"/>
            <a:ext cx="2075688" cy="3749040"/>
          </a:xfrm>
          <a:prstGeom prst="roundRect">
            <a:avLst>
              <a:gd name="adj" fmla="val 308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97580" y="210312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icons/shield_141B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0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2926080"/>
            <a:ext cx="1801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44368" y="3703320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beyond the VaR threshold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56632" y="1828800"/>
            <a:ext cx="2075688" cy="3749040"/>
          </a:xfrm>
          <a:prstGeom prst="roundRect">
            <a:avLst>
              <a:gd name="adj" fmla="val 3084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774436" y="210312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icons/activity_141B4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2926080"/>
            <a:ext cx="1801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21224" y="3703320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tracked over time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33488" y="1828800"/>
            <a:ext cx="2075688" cy="3749040"/>
          </a:xfrm>
          <a:prstGeom prst="roundRect">
            <a:avLst>
              <a:gd name="adj" fmla="val 3084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8051292" y="210312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icons/users_141B4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713" y="22695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2926080"/>
            <a:ext cx="1801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0" y="3703320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grouped by first investment year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0344" y="1828800"/>
            <a:ext cx="2075688" cy="3749040"/>
          </a:xfrm>
          <a:prstGeom prst="roundRect">
            <a:avLst>
              <a:gd name="adj" fmla="val 3084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8148" y="210312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4" descr="icons/target_141B4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4569" y="22695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47504" y="2926080"/>
            <a:ext cx="1801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74936" y="3703320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fund matching by risk appetite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pages, one interactive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24231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C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6212" y="36576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s/gri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368" y="3809756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325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983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AUM, SIP inflows, folio &amp; scheme counts, AUM trend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178308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0" y="1965960"/>
            <a:ext cx="24231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CF0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3657600" y="19659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6572" y="36576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icons/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728" y="380975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4325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703320" y="4983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vs. risk, fund scorecard, NAV comparison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0800" y="178308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37960" y="1965960"/>
            <a:ext cx="24231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CF0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537960" y="19659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456932" y="36576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088" y="3809756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37960" y="4325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583680" y="4983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investment, transaction mix, age groups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281160" y="178308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418320" y="1965960"/>
            <a:ext cx="24231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CF0"/>
            </a:solidFill>
            <a:prstDash val="dash"/>
          </a:ln>
        </p:spPr>
      </p:sp>
      <p:sp>
        <p:nvSpPr>
          <p:cNvPr id="30" name="Text 25"/>
          <p:cNvSpPr/>
          <p:nvPr/>
        </p:nvSpPr>
        <p:spPr>
          <a:xfrm>
            <a:off x="9418320" y="196596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0337292" y="36576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icons/trend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448" y="3809756"/>
            <a:ext cx="280904" cy="2809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418320" y="4325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41832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&amp; Market Trends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464040" y="4983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trends, market comparison, category inflows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heck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229221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steadily throughout the period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check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626" y="2292218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103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gave better comparisons than raw returns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40965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/check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4258178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069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portfolios showed lower concentration risk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6364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37960" y="40965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/check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626" y="4258178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4069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access made cross-fund analysis dramatically faster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real decisions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combined data engineering, financial analytics and visualisation into one working platform — converting raw mutual fund data into insights that can genuinely support investment analysis and decision-making.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ahead: real-time pipelines, ML-based recommendations, and automated reporting.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3A4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Platform  —  Questions &amp; Discussion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2026-07-12T13:22:23Z</dcterms:created>
  <dcterms:modified xsi:type="dcterms:W3CDTF">2026-07-12T13:22:23Z</dcterms:modified>
</cp:coreProperties>
</file>